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4" r:id="rId2"/>
    <p:sldId id="263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48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80691-E73E-43C4-A2E1-62646A3BD759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228A4-CCB1-4C4D-AE2E-6961BC49F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681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8228A4-CCB1-4C4D-AE2E-6961BC49FB9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022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5609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778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8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874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65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5080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833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8487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30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0049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2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81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98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4325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51075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971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114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0564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5810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18004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8902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5649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704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8767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63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067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A1EAA-6DBE-80E0-4E98-F88CE82E1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DC5A6-43B4-C097-6BA5-88F14EF5E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4A968-31AD-DE02-C2CB-D14D77E47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62300-14DA-3488-9EEC-B79E827C8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D1DE7-D13B-8E8D-09B3-63C405AE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52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5B630D28-14FA-4D44-9F3B-2382A1FAC30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71F06404-62D2-4390-B4BA-1D34215BE7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710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ADE2-F3E6-92CD-0324-81B565995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02180" y="563154"/>
            <a:ext cx="10515600" cy="1325563"/>
          </a:xfrm>
        </p:spPr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8EA48-03BE-3461-4258-143C53F27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20" y="2117570"/>
            <a:ext cx="123494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a Charger Idle Power Detection and Alert System Using ESP32 </a:t>
            </a:r>
          </a:p>
        </p:txBody>
      </p:sp>
      <p:pic>
        <p:nvPicPr>
          <p:cNvPr id="5" name="Picture 4" descr="SIMATS ENGINEERING —BIOTECHNOLOGY">
            <a:extLst>
              <a:ext uri="{FF2B5EF4-FFF2-40B4-BE49-F238E27FC236}">
                <a16:creationId xmlns:a16="http://schemas.microsoft.com/office/drawing/2014/main" id="{B654FD18-B9F7-64C4-DABE-48FD0042A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20" y="334301"/>
            <a:ext cx="11480759" cy="147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54FB65-94BD-DFD6-A0E7-C8502562E3D2}"/>
              </a:ext>
            </a:extLst>
          </p:cNvPr>
          <p:cNvSpPr txBox="1"/>
          <p:nvPr/>
        </p:nvSpPr>
        <p:spPr>
          <a:xfrm>
            <a:off x="124668" y="5628626"/>
            <a:ext cx="38384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by:-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DR.BHARATHI GP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4D106-CE0D-D3E1-A4A3-294A0A271B9F}"/>
              </a:ext>
            </a:extLst>
          </p:cNvPr>
          <p:cNvSpPr txBox="1"/>
          <p:nvPr/>
        </p:nvSpPr>
        <p:spPr>
          <a:xfrm>
            <a:off x="9771603" y="5628626"/>
            <a:ext cx="31643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Prem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Dheeraj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34B554-3174-D74B-4AE3-E3E2272BBD8F}"/>
              </a:ext>
            </a:extLst>
          </p:cNvPr>
          <p:cNvSpPr txBox="1"/>
          <p:nvPr/>
        </p:nvSpPr>
        <p:spPr>
          <a:xfrm>
            <a:off x="2217914" y="4293239"/>
            <a:ext cx="8765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ECA1414-EMBEDDED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139273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84C96-2F8C-B82D-A85F-2574E97CF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0" y="156577"/>
            <a:ext cx="10515600" cy="1325563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FE1E0-2E6F-124D-55EE-5A6EA3A79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48" y="2066256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Power Monitoring Module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Data Processing Module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5413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B8D7D-54A1-5B77-B006-59327653D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46539"/>
            <a:ext cx="9144000" cy="23876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D1A65-E0DE-6EBC-7586-844DCCC56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149" y="2012724"/>
            <a:ext cx="13330989" cy="2473201"/>
          </a:xfrm>
        </p:spPr>
        <p:txBody>
          <a:bodyPr>
            <a:normAutofit fontScale="25000" lnSpcReduction="20000"/>
          </a:bodyPr>
          <a:lstStyle/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1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idle (unused) mobile chargers. 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endParaRPr lang="en-IN" sz="1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1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ESP32 to monitor charger power. 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endParaRPr lang="en-IN" sz="1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1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when the charger is plugged in but not charging. 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endParaRPr lang="en-IN" sz="1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1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an alert using LED, buzzer, or mobile notification.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0795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2E41D-D524-21F3-DC48-9D5652831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043" y="242844"/>
            <a:ext cx="10515600" cy="1325563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02322-50B0-33EF-BDCF-40E853C87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922" y="1805959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people leave chargers plugged into sockets.</a:t>
            </a:r>
          </a:p>
          <a:p>
            <a:pPr marL="0" lvl="0" indent="0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 chargers still consume a small amount of electricity. </a:t>
            </a:r>
          </a:p>
          <a:p>
            <a:pPr lvl="0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wasted power is called standby power. </a:t>
            </a:r>
          </a:p>
          <a:p>
            <a:pPr lvl="0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continuously monitors the charger.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763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0C28-7133-72E4-378F-76D9D2B6E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8664" y="333041"/>
            <a:ext cx="10515600" cy="1325563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06084-F352-E4D9-6490-C4037348F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05" y="1915277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Chargers are often left plugged in after use.</a:t>
            </a:r>
          </a:p>
          <a:p>
            <a:pPr marL="0" lvl="0" indent="0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 chargers waste electricity. </a:t>
            </a:r>
          </a:p>
          <a:p>
            <a:pPr lvl="0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may forget to unplug chargers. </a:t>
            </a:r>
          </a:p>
          <a:p>
            <a:pPr lvl="0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increases electricity consumption.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68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7061-D6C0-FA21-FC5B-8AAC48A7C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014" y="-234642"/>
            <a:ext cx="13261258" cy="1325563"/>
          </a:xfrm>
        </p:spPr>
        <p:txBody>
          <a:bodyPr>
            <a:no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Power Monitoring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391C4-38ED-46E7-FBCA-0DAE70A8F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13" y="1253331"/>
            <a:ext cx="125730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1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</a:p>
          <a:p>
            <a:pPr lvl="0"/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charger power usage. </a:t>
            </a:r>
          </a:p>
          <a:p>
            <a:pPr lvl="0"/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current and voltage. </a:t>
            </a:r>
          </a:p>
          <a:p>
            <a:pPr lvl="0"/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data to ESP32. </a:t>
            </a:r>
          </a:p>
          <a:p>
            <a:r>
              <a:rPr lang="en-IN" sz="1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</a:p>
          <a:p>
            <a:pPr lvl="0"/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</a:t>
            </a:r>
          </a:p>
          <a:p>
            <a:pPr lvl="0"/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Sensor </a:t>
            </a:r>
          </a:p>
          <a:p>
            <a:pPr lvl="0"/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Sensor </a:t>
            </a:r>
          </a:p>
          <a:p>
            <a:pPr lvl="0"/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9396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F9525-10C6-636B-377D-069CAE77C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658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3E34F-A696-71C2-1222-A3393C23E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581" y="1579819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IN" sz="1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</a:p>
          <a:p>
            <a:pPr lvl="0"/>
            <a:r>
              <a:rPr lang="en-IN" sz="1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sensor data. </a:t>
            </a:r>
          </a:p>
          <a:p>
            <a:pPr lvl="0"/>
            <a:r>
              <a:rPr lang="en-IN" sz="1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power consumption. </a:t>
            </a:r>
          </a:p>
          <a:p>
            <a:pPr lvl="0"/>
            <a:r>
              <a:rPr lang="en-IN" sz="1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if the charger is active or idle. </a:t>
            </a:r>
          </a:p>
          <a:p>
            <a:pPr lvl="0"/>
            <a:r>
              <a:rPr lang="en-IN" sz="1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decisions using ESP32. </a:t>
            </a:r>
          </a:p>
          <a:p>
            <a:r>
              <a:rPr lang="en-IN" sz="1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</a:p>
          <a:p>
            <a:pPr lvl="0"/>
            <a:r>
              <a:rPr lang="en-IN" sz="1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</a:t>
            </a:r>
          </a:p>
          <a:p>
            <a:pPr lvl="0"/>
            <a:r>
              <a:rPr lang="en-IN" sz="1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Program </a:t>
            </a:r>
          </a:p>
          <a:p>
            <a:pPr lvl="0"/>
            <a:r>
              <a:rPr lang="en-IN" sz="1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865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17AA6-F8AB-1153-6520-E955BA1A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284" y="268873"/>
            <a:ext cx="10515600" cy="1325563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9BAA9-EA04-7A1C-2B77-4676554C8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895" y="1745414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Homes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Offices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Schools and Colleges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Charging Stations 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Saving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5588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FB28F-9F74-264D-ADD5-48C15946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2231" y="-414365"/>
            <a:ext cx="10515600" cy="1325563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74AD0-1644-E0A4-08B9-9D6747DC8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263" y="1147199"/>
            <a:ext cx="14620568" cy="4351338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en-IN" sz="1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unused chargers automatically.</a:t>
            </a:r>
          </a:p>
          <a:p>
            <a:pPr lvl="0"/>
            <a:endParaRPr lang="en-IN" sz="1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users to unplug the charger. </a:t>
            </a:r>
          </a:p>
          <a:p>
            <a:pPr lvl="0"/>
            <a:endParaRPr lang="en-IN" sz="1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electricity. </a:t>
            </a:r>
          </a:p>
          <a:p>
            <a:pPr lvl="0"/>
            <a:endParaRPr lang="en-IN" sz="1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energy waste.</a:t>
            </a:r>
          </a:p>
          <a:p>
            <a:pPr lvl="0"/>
            <a:endParaRPr lang="en-IN" sz="1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and easy to use.</a:t>
            </a:r>
          </a:p>
          <a:p>
            <a:pPr lvl="0"/>
            <a:endParaRPr lang="en-IN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2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219A7-1CC4-DF31-7937-FC6827B83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020" y="227790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489535360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5</TotalTime>
  <Words>267</Words>
  <Application>Microsoft Office PowerPoint</Application>
  <PresentationFormat>Widescreen</PresentationFormat>
  <Paragraphs>79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JasmineUPC</vt:lpstr>
      <vt:lpstr>Raleway</vt:lpstr>
      <vt:lpstr>Times New Roman</vt:lpstr>
      <vt:lpstr>School Days</vt:lpstr>
      <vt:lpstr>.</vt:lpstr>
      <vt:lpstr>Agenda</vt:lpstr>
      <vt:lpstr>Abstract </vt:lpstr>
      <vt:lpstr>Introduction</vt:lpstr>
      <vt:lpstr>Problem Statement</vt:lpstr>
      <vt:lpstr>Module 1 – Power Monitoring </vt:lpstr>
      <vt:lpstr>Module 2 – Data Processing</vt:lpstr>
      <vt:lpstr>Applications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Riseing Prem</dc:creator>
  <cp:lastModifiedBy>Riseing Prem</cp:lastModifiedBy>
  <cp:revision>1</cp:revision>
  <dcterms:created xsi:type="dcterms:W3CDTF">2026-08-06T05:37:15Z</dcterms:created>
  <dcterms:modified xsi:type="dcterms:W3CDTF">2026-08-06T05:42:23Z</dcterms:modified>
</cp:coreProperties>
</file>